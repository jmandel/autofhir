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A7D9"/>
    <a:srgbClr val="468DCE"/>
    <a:srgbClr val="DEEBF6"/>
    <a:srgbClr val="CEE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7392-00FF-4A5B-A4FB-CA939482D6BD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3F2A-630D-4B7D-8F6E-6B6CA3B56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35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7392-00FF-4A5B-A4FB-CA939482D6BD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3F2A-630D-4B7D-8F6E-6B6CA3B56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769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7392-00FF-4A5B-A4FB-CA939482D6BD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3F2A-630D-4B7D-8F6E-6B6CA3B56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908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7392-00FF-4A5B-A4FB-CA939482D6BD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3F2A-630D-4B7D-8F6E-6B6CA3B56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49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7392-00FF-4A5B-A4FB-CA939482D6BD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3F2A-630D-4B7D-8F6E-6B6CA3B56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55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7392-00FF-4A5B-A4FB-CA939482D6BD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3F2A-630D-4B7D-8F6E-6B6CA3B56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284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7392-00FF-4A5B-A4FB-CA939482D6BD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3F2A-630D-4B7D-8F6E-6B6CA3B56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79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7392-00FF-4A5B-A4FB-CA939482D6BD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3F2A-630D-4B7D-8F6E-6B6CA3B56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53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7392-00FF-4A5B-A4FB-CA939482D6BD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3F2A-630D-4B7D-8F6E-6B6CA3B56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615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7392-00FF-4A5B-A4FB-CA939482D6BD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3F2A-630D-4B7D-8F6E-6B6CA3B56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21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7392-00FF-4A5B-A4FB-CA939482D6BD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3F2A-630D-4B7D-8F6E-6B6CA3B56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183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E7392-00FF-4A5B-A4FB-CA939482D6BD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BC3F2A-630D-4B7D-8F6E-6B6CA3B56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77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692728" y="332508"/>
            <a:ext cx="2484581" cy="1052946"/>
          </a:xfrm>
          <a:prstGeom prst="roundRect">
            <a:avLst/>
          </a:prstGeom>
          <a:solidFill>
            <a:srgbClr val="CEE1F2"/>
          </a:solidFill>
          <a:ln cap="rnd"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Conformance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742870" y="332508"/>
            <a:ext cx="2484581" cy="1052946"/>
          </a:xfrm>
          <a:prstGeom prst="roundRect">
            <a:avLst/>
          </a:prstGeom>
          <a:solidFill>
            <a:srgbClr val="CEE1F2"/>
          </a:solidFill>
          <a:ln cap="rnd"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StructureDefinition</a:t>
            </a:r>
            <a:endParaRPr lang="en-US" dirty="0" smtClean="0">
              <a:solidFill>
                <a:schemeClr val="tx1"/>
              </a:solidFill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3177309" y="198081"/>
            <a:ext cx="1565561" cy="338554"/>
            <a:chOff x="4221018" y="844627"/>
            <a:chExt cx="1565561" cy="338554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4221018" y="1117164"/>
              <a:ext cx="15655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4442693" y="844627"/>
              <a:ext cx="10547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Document</a:t>
              </a:r>
              <a:endParaRPr lang="en-US" sz="1600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181933" y="572148"/>
            <a:ext cx="1565561" cy="338554"/>
            <a:chOff x="4221018" y="844627"/>
            <a:chExt cx="1565561" cy="338554"/>
          </a:xfrm>
        </p:grpSpPr>
        <p:cxnSp>
          <p:nvCxnSpPr>
            <p:cNvPr id="16" name="Straight Arrow Connector 15"/>
            <p:cNvCxnSpPr/>
            <p:nvPr/>
          </p:nvCxnSpPr>
          <p:spPr>
            <a:xfrm>
              <a:off x="4221018" y="1117164"/>
              <a:ext cx="15655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4442693" y="844627"/>
              <a:ext cx="9171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Message</a:t>
              </a:r>
              <a:endParaRPr lang="en-US" sz="1600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172694" y="932373"/>
            <a:ext cx="1565561" cy="338554"/>
            <a:chOff x="4221018" y="844627"/>
            <a:chExt cx="1565561" cy="338554"/>
          </a:xfrm>
        </p:grpSpPr>
        <p:cxnSp>
          <p:nvCxnSpPr>
            <p:cNvPr id="19" name="Straight Arrow Connector 18"/>
            <p:cNvCxnSpPr/>
            <p:nvPr/>
          </p:nvCxnSpPr>
          <p:spPr>
            <a:xfrm>
              <a:off x="4221018" y="1117164"/>
              <a:ext cx="15655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4442693" y="844627"/>
              <a:ext cx="9507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Resource</a:t>
              </a:r>
              <a:endParaRPr lang="en-US" sz="1600" dirty="0"/>
            </a:p>
          </p:txBody>
        </p:sp>
      </p:grpSp>
      <p:sp>
        <p:nvSpPr>
          <p:cNvPr id="21" name="Rounded Rectangle 20"/>
          <p:cNvSpPr/>
          <p:nvPr/>
        </p:nvSpPr>
        <p:spPr>
          <a:xfrm>
            <a:off x="7516561" y="1539634"/>
            <a:ext cx="2484581" cy="585750"/>
          </a:xfrm>
          <a:prstGeom prst="roundRect">
            <a:avLst/>
          </a:prstGeom>
          <a:solidFill>
            <a:srgbClr val="DEEBF6"/>
          </a:solidFill>
          <a:ln cap="rnd">
            <a:prstDash val="dashDot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</a:rPr>
              <a:t>ValueSet</a:t>
            </a: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2" name="Straight Arrow Connector 21"/>
          <p:cNvCxnSpPr>
            <a:stCxn id="6" idx="3"/>
            <a:endCxn id="21" idx="0"/>
          </p:cNvCxnSpPr>
          <p:nvPr/>
        </p:nvCxnSpPr>
        <p:spPr>
          <a:xfrm>
            <a:off x="7227451" y="858981"/>
            <a:ext cx="1531401" cy="6806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747494" y="2769091"/>
            <a:ext cx="2484581" cy="1052946"/>
          </a:xfrm>
          <a:prstGeom prst="roundRect">
            <a:avLst/>
          </a:prstGeom>
          <a:solidFill>
            <a:srgbClr val="CEE1F2"/>
          </a:solidFill>
          <a:ln cap="rnd"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ImplementationGuide</a:t>
            </a:r>
            <a:endParaRPr lang="en-US" dirty="0" smtClean="0">
              <a:solidFill>
                <a:schemeClr val="tx1"/>
              </a:solidFill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 flipH="1" flipV="1">
            <a:off x="3786252" y="1759137"/>
            <a:ext cx="1492322" cy="10085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65195" y="1759520"/>
            <a:ext cx="2484581" cy="769874"/>
          </a:xfrm>
          <a:prstGeom prst="roundRect">
            <a:avLst/>
          </a:prstGeom>
          <a:solidFill>
            <a:srgbClr val="CEE1F2"/>
          </a:solidFill>
          <a:ln cap="rnd"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OperationDefinition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74435" y="2699066"/>
            <a:ext cx="2484581" cy="769874"/>
          </a:xfrm>
          <a:prstGeom prst="roundRect">
            <a:avLst/>
          </a:prstGeom>
          <a:solidFill>
            <a:srgbClr val="CEE1F2"/>
          </a:solidFill>
          <a:ln cap="rnd"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SearchParameter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97522" y="3638612"/>
            <a:ext cx="2484581" cy="769874"/>
          </a:xfrm>
          <a:prstGeom prst="roundRect">
            <a:avLst/>
          </a:prstGeom>
          <a:solidFill>
            <a:srgbClr val="CEE1F2"/>
          </a:solidFill>
          <a:ln cap="rnd"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CompartmentDefinition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136047" y="941110"/>
            <a:ext cx="1933185" cy="338554"/>
          </a:xfrm>
          <a:prstGeom prst="roundRect">
            <a:avLst/>
          </a:prstGeom>
          <a:solidFill>
            <a:srgbClr val="71A7D9"/>
          </a:solidFill>
          <a:ln cap="rnd"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ElementDefinition</a:t>
            </a:r>
            <a:endParaRPr lang="en-US" dirty="0" smtClean="0">
              <a:solidFill>
                <a:schemeClr val="tx1"/>
              </a:solidFill>
            </a:endParaRPr>
          </a:p>
        </p:txBody>
      </p:sp>
      <p:cxnSp>
        <p:nvCxnSpPr>
          <p:cNvPr id="39" name="Elbow Connector 38"/>
          <p:cNvCxnSpPr>
            <a:endCxn id="29" idx="1"/>
          </p:cNvCxnSpPr>
          <p:nvPr/>
        </p:nvCxnSpPr>
        <p:spPr>
          <a:xfrm rot="16200000" flipH="1">
            <a:off x="514115" y="1693376"/>
            <a:ext cx="759001" cy="14315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Elbow Connector 42"/>
          <p:cNvCxnSpPr>
            <a:endCxn id="31" idx="1"/>
          </p:cNvCxnSpPr>
          <p:nvPr/>
        </p:nvCxnSpPr>
        <p:spPr>
          <a:xfrm rot="16200000" flipH="1">
            <a:off x="426620" y="2536188"/>
            <a:ext cx="938608" cy="15702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Elbow Connector 46"/>
          <p:cNvCxnSpPr>
            <a:endCxn id="33" idx="1"/>
          </p:cNvCxnSpPr>
          <p:nvPr/>
        </p:nvCxnSpPr>
        <p:spPr>
          <a:xfrm rot="16200000" flipH="1">
            <a:off x="437695" y="3463722"/>
            <a:ext cx="939544" cy="18010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3618058" y="4820737"/>
            <a:ext cx="2484581" cy="769874"/>
          </a:xfrm>
          <a:prstGeom prst="roundRect">
            <a:avLst/>
          </a:prstGeom>
          <a:solidFill>
            <a:srgbClr val="CEE1F2"/>
          </a:solidFill>
          <a:ln cap="rnd"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NamingSystem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6628348" y="4556268"/>
            <a:ext cx="2484581" cy="585750"/>
          </a:xfrm>
          <a:prstGeom prst="roundRect">
            <a:avLst/>
          </a:prstGeom>
          <a:solidFill>
            <a:srgbClr val="DEEBF6"/>
          </a:solidFill>
          <a:ln cap="rnd">
            <a:prstDash val="dashDot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</a:rPr>
              <a:t>TestScript</a:t>
            </a: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632961" y="5278489"/>
            <a:ext cx="2484581" cy="585750"/>
          </a:xfrm>
          <a:prstGeom prst="roundRect">
            <a:avLst/>
          </a:prstGeom>
          <a:solidFill>
            <a:srgbClr val="DEEBF6"/>
          </a:solidFill>
          <a:ln cap="rnd">
            <a:prstDash val="dashDot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</a:rPr>
              <a:t>ConceptMap</a:t>
            </a: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6632961" y="6048363"/>
            <a:ext cx="2484581" cy="585750"/>
          </a:xfrm>
          <a:prstGeom prst="roundRect">
            <a:avLst/>
          </a:prstGeom>
          <a:solidFill>
            <a:srgbClr val="DEEBF6"/>
          </a:solidFill>
          <a:ln cap="rnd">
            <a:prstDash val="dashDot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</a:rPr>
              <a:t>StructureMap</a:t>
            </a: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5" name="Snip Single Corner Rectangle 64"/>
          <p:cNvSpPr/>
          <p:nvPr/>
        </p:nvSpPr>
        <p:spPr>
          <a:xfrm>
            <a:off x="7870638" y="2912535"/>
            <a:ext cx="2136962" cy="766057"/>
          </a:xfrm>
          <a:prstGeom prst="snip1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Content artifacts</a:t>
            </a: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(html,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</a:rPr>
              <a:t>png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, …)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66" name="Straight Arrow Connector 65"/>
          <p:cNvCxnSpPr>
            <a:stCxn id="25" idx="3"/>
            <a:endCxn id="65" idx="2"/>
          </p:cNvCxnSpPr>
          <p:nvPr/>
        </p:nvCxnSpPr>
        <p:spPr>
          <a:xfrm>
            <a:off x="7232075" y="3295564"/>
            <a:ext cx="63856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6954982" y="3818510"/>
            <a:ext cx="485538" cy="53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H="1">
            <a:off x="5136047" y="3822037"/>
            <a:ext cx="345737" cy="8728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H="1">
            <a:off x="3941930" y="3633115"/>
            <a:ext cx="805565" cy="3147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H="1" flipV="1">
            <a:off x="3712016" y="3144944"/>
            <a:ext cx="1012391" cy="700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flipH="1" flipV="1">
            <a:off x="3662317" y="2433496"/>
            <a:ext cx="1062090" cy="4337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flipV="1">
            <a:off x="5951525" y="1971830"/>
            <a:ext cx="23100" cy="7750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 flipV="1">
            <a:off x="6417592" y="2150224"/>
            <a:ext cx="809859" cy="5966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45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24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Ewout Kramer</dc:creator>
  <cp:lastModifiedBy>Ewout Kramer</cp:lastModifiedBy>
  <cp:revision>4</cp:revision>
  <dcterms:created xsi:type="dcterms:W3CDTF">2016-07-18T10:08:32Z</dcterms:created>
  <dcterms:modified xsi:type="dcterms:W3CDTF">2016-07-25T12:59:35Z</dcterms:modified>
</cp:coreProperties>
</file>